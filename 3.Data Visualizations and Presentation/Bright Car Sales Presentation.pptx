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A23C"/>
                </a:solidFill>
                <a:latin typeface="Arial"/>
              </a:rPr>
              <a:t>DATA ANALYSIS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Arial"/>
              </a:rPr>
              <a:t>Bright</a:t>
            </a:r>
            <a:r>
              <a:rPr sz="6000" b="1" dirty="0">
                <a:solidFill>
                  <a:srgbClr val="FFFFFF"/>
                </a:solidFill>
                <a:latin typeface="Arial"/>
              </a:rPr>
              <a:t> Car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dirty="0">
                <a:solidFill>
                  <a:srgbClr val="CADCFC"/>
                </a:solidFill>
                <a:latin typeface="Arial"/>
              </a:rPr>
              <a:t>Market Insights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548,400 transactions  •  96 brands  •  Jan 2014 – Jul 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CADCFC"/>
                </a:solidFill>
                <a:latin typeface="Arial"/>
              </a:rPr>
              <a:t>Prepared by </a:t>
            </a:r>
            <a:r>
              <a:rPr lang="en-US" sz="1200" dirty="0">
                <a:solidFill>
                  <a:srgbClr val="CADCFC"/>
                </a:solidFill>
                <a:latin typeface="Arial"/>
              </a:rPr>
              <a:t>Blessings Ronald Mwamuka</a:t>
            </a:r>
          </a:p>
          <a:p>
            <a:pPr algn="l"/>
            <a:r>
              <a:rPr lang="en-US" sz="1200" dirty="0">
                <a:solidFill>
                  <a:srgbClr val="CADCFC"/>
                </a:solidFill>
                <a:latin typeface="Arial"/>
              </a:rPr>
              <a:t>Email :blessingsmwamuka@gmail.com</a:t>
            </a:r>
            <a:endParaRPr sz="1200" b="0" dirty="0">
              <a:solidFill>
                <a:srgbClr val="CADCF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Key Metrics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060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1920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Arial"/>
              </a:rPr>
              <a:t>548.4K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Total Vehicles Sold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060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109728" cy="19202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E6A23C"/>
                </a:solidFill>
                <a:latin typeface="Arial"/>
              </a:rPr>
              <a:t>$7.51B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Total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060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109728" cy="1920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96167"/>
                </a:solidFill>
                <a:latin typeface="Arial"/>
              </a:rPr>
              <a:t>$13,689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Average Selling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6060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109728" cy="1920240"/>
          </a:xfrm>
          <a:prstGeom prst="rect">
            <a:avLst/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1488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84B59F"/>
                </a:solidFill>
                <a:latin typeface="Arial"/>
              </a:rPr>
              <a:t>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175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Brands Represented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rial"/>
              </a:rPr>
              <a:t>What stands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112471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222222"/>
                </a:solidFill>
                <a:latin typeface="Arial"/>
              </a:rPr>
              <a:t>•  Ford leads the market with 93,553 vehicles sold (17% of all transactions).</a:t>
            </a:r>
          </a:p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222222"/>
                </a:solidFill>
                <a:latin typeface="Arial"/>
              </a:rPr>
              <a:t>•  Automatic transmission dominates at 96.4% of sales — manuals are a niche segment.</a:t>
            </a:r>
          </a:p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222222"/>
                </a:solidFill>
                <a:latin typeface="Arial"/>
              </a:rPr>
              <a:t>•  Median price ($12,200) sits just below the average — pricing is fairly symmetric with luxury tail.</a:t>
            </a:r>
          </a:p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222222"/>
                </a:solidFill>
                <a:latin typeface="Arial"/>
              </a:rPr>
              <a:t>•  Sales activity spans Jan 2014 – Jul 2015 across 973 distinct models.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Top 10 Brands by Sales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1_top_b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134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Ford leads — but the top 4 own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Ford, Chevrolet, Nissan, and Toyota account for the bulk of transactions. Inventory and pricing strategy should prioritize these high-volume brands. The long tail of 90+ smaller brands offers niche margin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Average Selling Price by Brand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2_av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130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Volume ≠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High-volume brands aren't the highest-priced. Premium marques sustain significantly higher average prices despite lower volume — a clear segmentation between volume players and luxury segments.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PRICING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Price vs Mileage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3_price_mil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113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Mileage drives depreciation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Strong negative relationship between odometer reading and selling price. Cars under 50K miles command premium prices; beyond 150K, prices flatten near the floor. Use mileage bands for pricing models and trade-in valuations.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Average Price by Vehicle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4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595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Condition matters — but less than 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High-condition vehicles average $13,763 vs $13,170 for low-condition — only ~4.5% premium. This suggests buyers may not be paying enough for condition, or that other factors (brand, mileage, year) dominate price 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Transmission 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5_trans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53622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Automatic dominates at 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Manual transmissions are a small minority. Stocking decisions should heavily favor automatics, with limited manual inventory targeting enthusiast segments.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INVENTORY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Sales Volume by Model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6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130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E2761"/>
                </a:solidFill>
                <a:latin typeface="Arial"/>
              </a:rPr>
              <a:t>Sweet spot: 3–5 year-old 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Sales concentrate around recent model years (2012–2014), reflecting typical lease return and trade-in cycles. Older inventory (pre-2005) sees thin demand and should be discounted aggressively.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Sales by Price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7_price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5900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Mid-market is the sweet 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The medium price band leads sales volume, with the cheap and expensive segments behind. Marketing and inventory should align with mid-market buyer demand while preserving margin in the expensive 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Monthly Sales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589520" cy="4130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45920"/>
            <a:ext cx="34290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73152" cy="45720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Steady volume with seasonal swings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5760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Monthly sales fluctuate within a stable band across 2014–2015. Watch for early-year peaks and mid-summer softness when planning campaigns and staffing.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6A23C"/>
                </a:solidFill>
                <a:latin typeface="Arial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What to do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381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Optimize inventory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Prioritize Ford, Chevrolet, Nissan, Toyota — and skew automatic transmissions (85% of demand).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791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Build a mileage-tiered pricing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900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Use the strong price-vs-mileage relationship to standardize trade-in valuations and listing prices.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478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Re-examine condition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587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Only ~4.5% spread between low and high condition — there may be room to charge more for high-condition stock.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16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Focus on 3–5 year-old vehicles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2744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Sweet spot of buyer demand — align procurement with this age band and discount older stock faster.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035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8523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Segment marketing by price 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9612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Tailor campaigns: value seekers (cheap), family buyers (medium), enthusiasts/luxury (expensive).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Used Car Sales Analysis  •  2014–2015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670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Blessings Mwamuka</dc:creator>
  <cp:keywords/>
  <dc:description>generated using python-pptx</dc:description>
  <cp:lastModifiedBy>Blessings Mwamuka</cp:lastModifiedBy>
  <cp:revision>2</cp:revision>
  <dcterms:created xsi:type="dcterms:W3CDTF">2013-01-27T09:14:16Z</dcterms:created>
  <dcterms:modified xsi:type="dcterms:W3CDTF">2026-04-25T20:46:42Z</dcterms:modified>
  <cp:category/>
</cp:coreProperties>
</file>